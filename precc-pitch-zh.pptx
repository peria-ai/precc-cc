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745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1E90FF"/>
                </a:solidFill>
              </a:rPr>
              <a:t>PRECC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FFFFFF"/>
                </a:solidFill>
              </a:rPr>
              <a:t>AI 编程助手预测性错误纠正系统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3464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01752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自动节省约 34% 的 AI 编程费用
零配置  ·  2.93ms 延迟  ·  从您的历史会话中学习，持续进化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23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C878"/>
                </a:solidFill>
              </a:rPr>
              <a:t>支持：Claude · DeepSeek · 通义千问 (Qwen) · Kimi · 任意 OpenAI 兼容 API · 本地部署模型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</a:rPr>
              <a:t>github.com/yijunyu/precc-cc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问题所在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每次 AI 编程都在悲悲浪费 Token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745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AI 在错误目录执行 cargo build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命令立即失败（退出码 1）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AI 读取 200+ token 的错误输出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AI 推断正确的项目目录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-&gt; </a:t>
            </a:r>
            <a:r>
              <a:rPr sz="1600">
                <a:solidFill>
                  <a:srgbClr val="FFFFFF"/>
                </a:solidFill>
              </a:rPr>
              <a:t>AI 重试，这次路径正确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00CCCC"/>
                </a:solidFill>
              </a:rPr>
              <a:t>x </a:t>
            </a:r>
            <a:r>
              <a:rPr sz="1600">
                <a:solidFill>
                  <a:srgbClr val="FFFFFF"/>
                </a:solidFill>
              </a:rPr>
              <a:t>5 次往返，约 500 token 白白消耗——实际工作量为零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0352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949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CC00"/>
                </a:solidFill>
              </a:rPr>
              <a:t>实测：17% 的 bash 命令需要纠正  ·  98% 的失败本可预防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实测数据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8888"/>
                </a:solidFill>
              </a:rPr>
              <a:t>29 次真实 Claude Code 会话 · 5 个项目 · 5,384 次 bash 调用 · $878 总费用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878"/>
                </a:solidFill>
              </a:rPr>
              <a:t>34%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费用节省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1E90FF"/>
                </a:solidFill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失败预防率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CCC"/>
                </a:solidFill>
              </a:rPr>
              <a:t>17%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命令改善率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CC00"/>
                </a:solidFill>
              </a:rPr>
              <a:t>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缓存 Token 节省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0" y="1417320"/>
            <a:ext cx="2103120" cy="15544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4630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6666"/>
                </a:solidFill>
              </a:rPr>
              <a:t>&lt;5ms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24028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钉子延迟 (p99)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54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3375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$296 / $878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337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费用节省（真实账单数据，29 次会话）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959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352 / 358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9959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预防失败（退出码追踪，跨 5 个项目）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65429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894 / 5,384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5429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bash 命令改善数量（钉子激活日志）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12664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C00"/>
                </a:solidFill>
              </a:rPr>
              <a:t>988M / 1.67B token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312664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缓存读取节省（RTK 压缩 + 重试预防）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工作原理 — 四大支柱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878"/>
                </a:solidFill>
              </a:rPr>
              <a:t>支柱一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90472"/>
            <a:ext cx="2468880" cy="13716"/>
          </a:xfrm>
          <a:prstGeom prst="rect">
            <a:avLst/>
          </a:prstGeom>
          <a:solidFill>
            <a:srgbClr val="00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目录自动定位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检测错误目录命令
自动补全 cd /正确路径 &amp;&amp;
向上查找 Cargo.toml、
package.json、go.mod 等标志文件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6666"/>
                </a:solidFill>
              </a:rPr>
              <a:t>支柱二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490472"/>
            <a:ext cx="2468880" cy="13716"/>
          </a:xfrm>
          <a:prstGeom prst="rect">
            <a:avLst/>
          </a:prstGeom>
          <a:solidFill>
            <a:srgbClr val="FF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GDB 调试建议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同一命令 24 小时内
失败 &gt;= 2 次时
在权限提示中显示
"建议：precc debug"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支柱三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90472"/>
            <a:ext cx="2468880" cy="137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失败-修复挖掘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解析历史会话 JSONL 日志
提取失败-&gt;修复对
存入 history.db
构建项目专属知识库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0" y="1005840"/>
            <a:ext cx="2651760" cy="512064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90FF"/>
                </a:solidFill>
              </a:rPr>
              <a:t>支柱四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1490472"/>
            <a:ext cx="2468880" cy="13716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0" y="15361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技能匹配应用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121408"/>
            <a:ext cx="2468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将命令与已习得模式匹配
置信度 &gt;= 0.7 时自动应用
内置技能 + 挖掘技能
越用越聪明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架构设计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  stdin (JSON: bash command)
         |
         v
  +-----------------------------------+
  |  precc-hook (Rust binary)         |
  |                                   |
  |  Stage 1: Parse hook JSON         |
  |  Stage 2: Skill match (&gt;=0.7)     |
  |  Stage 3: Context resolution      |
  |  Stage 4: GDB opportunity         |
  |  Stage 5: RTK compression         |
  |                                   |
  |  Fail-open: error -&gt; exit 0       |
  +-----------------------------------+
         |
         v
  stdout (modified command 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00584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四个二进制文件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50876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0" y="158191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90FF"/>
                </a:solidFill>
              </a:rPr>
              <a:t>precc-hook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9659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PreToolUse:Bash 钉子 · &lt;5ms · 故障安全 · 零网络调用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74320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281635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878"/>
                </a:solidFill>
              </a:rPr>
              <a:t>precc-cli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320040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用户命令行工具：init / ingest / skills / report / savings / debug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3977639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4050791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CC00"/>
                </a:solidFill>
              </a:rPr>
              <a:t>precc-miner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4348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后台守护进程 · 挖掘会话 · 导入指标数据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5212080"/>
            <a:ext cx="6035040" cy="109728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5285232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CCCC"/>
                </a:solidFill>
              </a:rPr>
              <a:t>precc-core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566928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共享库：目录/技能/数据库/RTK/挖掘/指标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AI 模型支持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CCCCC"/>
                </a:solidFill>
              </a:rPr>
              <a:t>PRECC 钉入 PreToolUse:Bash — 与模型无关的设计，支持任意 AI 编程助手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B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6420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BFFF"/>
                </a:solidFill>
              </a:rPr>
              <a:t>DeepSeek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7627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deepseek-chat · deepseek-coder · DeepSeek V3 / R1
设置 OPENAI_API_BASE 指向 api.deepseek.com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7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6600"/>
                </a:solidFill>
              </a:rPr>
              <a:t>通义千问 (Qwen)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7627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qwen-turbo · qwen-max · Qwen 2.5 Coder
阿里云 DashScope API，国内网络直连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5760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67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CC77"/>
                </a:solidFill>
              </a:rPr>
              <a:t>Kimi（月之暗面）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27939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moonshot-v1-8k/32k/128k · Kimi k1.5
国内直连，长上下文支持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657600"/>
            <a:ext cx="5486400" cy="192024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376732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888888"/>
                </a:solidFill>
              </a:rPr>
              <a:t>自定义模型端点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7939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CCCC"/>
                </a:solidFill>
              </a:rPr>
              <a:t>Ollama · LM Studio · vLLM 本地部署
任意兼容 OpenAI API 的模型，设置 API_BASE 即可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安全与隐私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15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8"/>
                </a:solidFill>
              </a:rPr>
              <a:t>AES-256 加密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2763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所有数据库（heuristics.db、history.db、metrics.db）通过 SQLCipher 加密。
密鑰由 HKDF-SHA256(机器 ID + 用户名) 派生，无需密码，密鑰不落盘。
数据库在其他机器上完全不可读。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115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零网络调用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钉子二进制在运行时不发起任何网络请求。
所有数据本地存储，无遥测，无回传，无外部依赖。
完全离线可用，适合内网/断网环境部署。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CCC"/>
                </a:solidFill>
              </a:rPr>
              <a:t>故障安全设计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7939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任何错误 -&gt; 退出码 0（不修改命令，原样放行）。
PRECC 崩溃永远不会阻断 AI 编程会话。
生产环境必备，零风险引入。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486400" cy="237744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673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</a:rPr>
              <a:t>二进制加固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279392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所有发布版二进制使用 obfstr 编译时字符串混淡。
降低 strings(1) 逆向工程信息泄露风险。
可复现构建，源码公开可审计。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技能与学习循环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CC00"/>
                </a:solidFill>
              </a:rPr>
              <a:t>技能置信度生命周期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463040"/>
            <a:ext cx="246888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88"/>
                </a:solidFill>
              </a:rPr>
              <a:t>候选 (CANDIDATE)
0.3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出现 3+ 次后创建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246888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90FF"/>
                </a:solidFill>
              </a:rPr>
              <a:t>活跃 (ACTIVE)
0.7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1284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5+ 次激活后自动应用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E90FF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2468880" cy="164592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5087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C878"/>
                </a:solidFill>
              </a:rPr>
              <a:t>可信 (TRUSTED)
0.9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212848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CCCC"/>
                </a:solidFill>
              </a:rPr>
              <a:t>20+ 次激活
失败率 &lt; 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46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6666"/>
                </a:solidFill>
              </a:rPr>
              <a:t>失败率 &gt; 20%（激活次数 &gt;= 5）时自动禁用（DISABLED）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内置技能（6 个）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cargo-wrong-dir  ·  git-wrong-dir  ·  go-wrong-dir
make-wrong-dir  ·  npm-wrong-dir  ·  python-wrong-dir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886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CCC"/>
                </a:solidFill>
              </a:rPr>
              <a:t>技能管理命令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29768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list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42976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列出所有技能及激活统计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864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show &lt;名称&gt;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48646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查看触发条件和动作详情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543153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export &lt;名称&gt;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543153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导出为 TOML 格式（可分享）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998464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90FF"/>
                </a:solidFill>
              </a:rPr>
              <a:t>precc skills edit &lt;名称&gt;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599846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CCCC"/>
                </a:solidFill>
              </a:rPr>
              <a:t>用 $EDITOR 编辑并重新导入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安装与快速上手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78"/>
                </a:solidFill>
              </a:rPr>
              <a:t>Linux /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curl -fsSL https://raw.githubusercontent.com/yijunyu/precc-cc/main/scripts/install.sh | bash
precc init
precc ingest --all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CC00"/>
                </a:solidFill>
              </a:rPr>
              <a:t>国内用户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可从 GitHub Releases 页面手动下载对应平台的预编译二进制文件，
或通过代理/鈥像站执行上述安装命令。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90FF"/>
                </a:solidFill>
              </a:rPr>
              <a:t>安装后自动工作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6002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init 创建 AES-256 加密数据库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42316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14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CCC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03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钉子自动写入 ~/.claude/settings.json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CC00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52044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每次 bash 命令静默经过 PRECC 拦截纠正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34340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43484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90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4480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ingest --all 挖掘历史会话模式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5303520"/>
            <a:ext cx="5486400" cy="82296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53949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C878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54406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precc report 查看您的节省报告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投资回报分析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88888"/>
                </a:solidFill>
              </a:rPr>
              <a:t>基于实测 34% 节省率，以 $200/月/人 Claude Code Pro 定价为基准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64592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团队规模</a:t>
            </a:r>
          </a:p>
        </p:txBody>
      </p:sp>
      <p:sp>
        <p:nvSpPr>
          <p:cNvPr id="8" name="Rectangle 7"/>
          <p:cNvSpPr/>
          <p:nvPr/>
        </p:nvSpPr>
        <p:spPr>
          <a:xfrm>
            <a:off x="2103120" y="1417320"/>
            <a:ext cx="219456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03120" y="144475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月度 AI 费用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237744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44475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PRECC 节省 (34%)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417320"/>
            <a:ext cx="201168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44475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年度节省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1417320"/>
            <a:ext cx="2743200" cy="411480"/>
          </a:xfrm>
          <a:prstGeom prst="rect">
            <a:avLst/>
          </a:prstGeom>
          <a:solidFill>
            <a:srgbClr val="1E406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0" y="144475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C00"/>
                </a:solidFill>
              </a:rPr>
              <a:t>ROI ($20/人/月)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74519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190195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 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03120" y="1874519"/>
            <a:ext cx="219456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03120" y="190195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$200/月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874519"/>
            <a:ext cx="237744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190195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$68/月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1874519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190195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$816/年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874519"/>
            <a:ext cx="27432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0" y="19019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2377439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40487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 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03120" y="2377439"/>
            <a:ext cx="219456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103120" y="240487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$2,000/月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2377439"/>
            <a:ext cx="237744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240487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$680/月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2377439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40487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$8,160/年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377439"/>
            <a:ext cx="27432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61120" y="24048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2880360"/>
            <a:ext cx="164592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290779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50 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03120" y="2880360"/>
            <a:ext cx="219456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03120" y="29077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$10,000/月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89120" y="2880360"/>
            <a:ext cx="237744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290779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$3,400/月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880360"/>
            <a:ext cx="201168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907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$40,800/年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61120" y="2880360"/>
            <a:ext cx="2743200" cy="457200"/>
          </a:xfrm>
          <a:prstGeom prst="rect">
            <a:avLst/>
          </a:prstGeom>
          <a:solidFill>
            <a:srgbClr val="102030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61120" y="290779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83280"/>
            <a:ext cx="164592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410712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100 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03120" y="3383280"/>
            <a:ext cx="219456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03120" y="341071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$20,000/月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3383280"/>
            <a:ext cx="237744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0" y="3410712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$6,800/月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58000" y="3383280"/>
            <a:ext cx="201168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34107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$81,600/年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61120" y="3383280"/>
            <a:ext cx="2743200" cy="457200"/>
          </a:xfrm>
          <a:prstGeom prst="rect">
            <a:avLst/>
          </a:prstGeom>
          <a:solidFill>
            <a:srgbClr val="122235"/>
          </a:solidFill>
          <a:ln w="63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61120" y="341071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0C878"/>
                </a:solidFill>
              </a:rPr>
              <a:t>3.4x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40690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42062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34% 节省 = 每位开发者每月自动省回 $68，无需任何工作流变更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10 人团队年省 $816；100 人团队第一天起年省 $8,160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国内用户：DeepSeek/Qwen API 费用同样适用，Token 浪费比例相同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00CCCC"/>
                </a:solidFill>
              </a:rPr>
              <a:t>. </a:t>
            </a:r>
            <a:r>
              <a:rPr sz="1300">
                <a:solidFill>
                  <a:srgbClr val="CCCCCC"/>
                </a:solidFill>
              </a:rPr>
              <a:t>额外价値：开发者不再需要盯着 AI 重试失败命令，专注实际工作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商业模式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888888"/>
                </a:solidFill>
              </a:rPr>
              <a:t>开源核心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免费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核心节省功能 + 会话挖掘
- 内置技能（6 个模式）
- precc report + precc savings
- 完整 CLI 工具链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90FF"/>
                </a:solidFill>
              </a:rPr>
              <a:t>专业版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¥148/人/月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团队技能同步共享
- 技能市场（订阅/发布）
- 优先模式更新
- 使用分析仪表盘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C00"/>
                </a:solidFill>
              </a:rPr>
              <a:t>企业版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定制报价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3620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SOC-2 审计日志
- SSO / SAML 单点登录
- 私有技能注册中心
- SLA + 专属技术支持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52560" y="1005840"/>
            <a:ext cx="2743200" cy="5303520"/>
          </a:xfrm>
          <a:prstGeom prst="rect">
            <a:avLst/>
          </a:prstGeom>
          <a:solidFill>
            <a:srgbClr val="12223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0" y="10515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0C878"/>
                </a:solidFill>
              </a:rPr>
              <a:t>OEM / 平台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627632"/>
            <a:ext cx="2560320" cy="475488"/>
          </a:xfrm>
          <a:prstGeom prst="rect">
            <a:avLst/>
          </a:prstGeom>
          <a:solidFill>
            <a:srgbClr val="1A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6642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CC00"/>
                </a:solidFill>
              </a:rPr>
              <a:t>授权合作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212848"/>
            <a:ext cx="2523744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- 嵌入 AI 编程产品
- 白标集成方案
- 国内 AI 厂商联合集成
- 收入分成模式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立即开始使用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88888"/>
                </a:solidFill>
              </a:rPr>
              <a:t>一条命令即可体验：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91640"/>
            <a:ext cx="10360152" cy="685800"/>
          </a:xfrm>
          <a:prstGeom prst="rect">
            <a:avLst/>
          </a:prstGeom>
          <a:solidFill>
            <a:srgbClr val="0A1525"/>
          </a:solidFill>
          <a:ln w="19050">
            <a:solidFill>
              <a:srgbClr val="00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00CCCC"/>
                </a:solidFill>
                <a:latin typeface="Courier New"/>
              </a:rPr>
              <a:t>curl -fsSL https://raw.githubusercontent.com/yijunyu/precc-cc/main/scripts/install.sh | bash &amp;&amp; precc init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CCC"/>
                </a:solidFill>
              </a:rPr>
              <a:t>国内用户：从 GitHub Releases 下载预编译二进制，或配置代理后执行上述命令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97180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78"/>
                </a:solidFill>
              </a:rPr>
              <a:t>免费体验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30 秒完成安装
适用于现有会话，零配置
永久免费（开源核心）
无需注册，无需账号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90FF"/>
                </a:solidFill>
              </a:rPr>
              <a:t>量化节省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5 次会话后运行 precc report
查看您的真实费用节省
与团队分享报告数据
真实数据，非预测估算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1546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CC00"/>
                </a:solidFill>
              </a:rPr>
              <a:t>参与共建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749039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GitHub Star · 分享您的技能模板
反馈尚未覆盖的失败模式
加入技能市场内测
MIT 协议，完全开源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080760"/>
            <a:ext cx="11274552" cy="18288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17220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88"/>
                </a:solidFill>
              </a:rPr>
              <a:t>github.com/yijunyu/precc-cc  ·  MIT 协议  ·  Rust + SQLCipher + RTK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