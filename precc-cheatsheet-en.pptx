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7722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E87722"/>
                </a:solidFill>
                <a:latin typeface="Calibri"/>
              </a:rPr>
              <a:t>For: Developer / Claude Code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722"/>
                </a:solidFill>
                <a:latin typeface="Calibri"/>
              </a:rP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Claude runs commands from wrong directory → fails → wastes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PRECC intercepts in &lt;3ms and fixes silently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Supports: Rust/cargo, Node/npm, Python/pytest, Go, Make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722"/>
                </a:solidFill>
                <a:latin typeface="Calibr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39112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curl -fsSL https://raw.githubusercontent.com/yijunyu/
   precc-cc/main/scripts/install.sh |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8658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precc 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precc ingest --all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4. precc report    # see your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722"/>
                </a:solidFill>
                <a:latin typeface="Calibri"/>
              </a:rPr>
              <a:t>RESULTS &amp;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34%  </a:t>
            </a:r>
            <a:r>
              <a:rPr sz="1000" b="0">
                <a:solidFill>
                  <a:srgbClr val="1A1A1A"/>
                </a:solidFill>
                <a:latin typeface="Calibri"/>
              </a:rPr>
              <a:t>cost reduction on API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98%  </a:t>
            </a:r>
            <a:r>
              <a:rPr sz="1000" b="0">
                <a:solidFill>
                  <a:srgbClr val="1A1A1A"/>
                </a:solidFill>
                <a:latin typeface="Calibri"/>
              </a:rPr>
              <a:t>failures prevented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2.93ms  </a:t>
            </a:r>
            <a:r>
              <a:rPr sz="1000" b="0">
                <a:solidFill>
                  <a:srgbClr val="1A1A1A"/>
                </a:solidFill>
                <a:latin typeface="Calibri"/>
              </a:rPr>
              <a:t>hook latency — invisible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Zero  </a:t>
            </a:r>
            <a:r>
              <a:rPr sz="1000" b="0">
                <a:solidFill>
                  <a:srgbClr val="1A1A1A"/>
                </a:solidFill>
                <a:latin typeface="Calibri"/>
              </a:rPr>
              <a:t>config needed — works immediately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722"/>
                </a:solidFill>
                <a:latin typeface="Calibri"/>
              </a:rPr>
              <a:t>Learns  </a:t>
            </a:r>
            <a:r>
              <a:rPr sz="1000" b="0">
                <a:solidFill>
                  <a:srgbClr val="1A1A1A"/>
                </a:solidFill>
                <a:latin typeface="Calibri"/>
              </a:rPr>
              <a:t>from your own sessions over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7722"/>
                </a:solidFill>
                <a:latin typeface="Calibri"/>
              </a:rPr>
              <a:t>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441448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curl -fsSL https://raw.githubusercontent.com/
yijunyu/precc-cc/main/scripts/install.sh | bash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Predictive Error Correction for Claude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E87722"/>
                </a:solidFill>
                <a:latin typeface="Calibri"/>
              </a:rPr>
              <a:t>QR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85A00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C85A00"/>
                </a:solidFill>
                <a:latin typeface="Calibri"/>
              </a:rPr>
              <a:t>For: Technical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00"/>
                </a:solidFill>
                <a:latin typeface="Calibri"/>
              </a:rP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Evaluate PRECC as a technology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PreToolUse:Bash hook — canonical SDK integration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4-pillar architecture: CWD resolution, GDB advisor,
history mining, skill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4767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00"/>
                </a:solidFill>
                <a:latin typeface="Calibri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8541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bash demo/demo.sh   # Section 2 — hook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8658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"2.93ms avg — 0.005% of 60s SDK budget"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Section 5 — xxd shows AES-256 encrypted DB header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4. precc report   # real billing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00"/>
                </a:solidFill>
                <a:latin typeface="Calibri"/>
              </a:rPr>
              <a:t>RESULTS &amp;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$296/$878  </a:t>
            </a:r>
            <a:r>
              <a:rPr sz="1000" b="0">
                <a:solidFill>
                  <a:srgbClr val="1A1A1A"/>
                </a:solidFill>
                <a:latin typeface="Calibri"/>
              </a:rPr>
              <a:t>saved (34%) — measured, not modeled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352/358  </a:t>
            </a:r>
            <a:r>
              <a:rPr sz="1000" b="0">
                <a:solidFill>
                  <a:srgbClr val="1A1A1A"/>
                </a:solidFill>
                <a:latin typeface="Calibri"/>
              </a:rPr>
              <a:t>failures prevented (98%)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2.93ms  </a:t>
            </a:r>
            <a:r>
              <a:rPr sz="1000" b="0">
                <a:solidFill>
                  <a:srgbClr val="1A1A1A"/>
                </a:solidFill>
                <a:latin typeface="Calibri"/>
              </a:rPr>
              <a:t>hook latency — sub-millisecond capable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AES-256  </a:t>
            </a:r>
            <a:r>
              <a:rPr sz="1000" b="0">
                <a:solidFill>
                  <a:srgbClr val="1A1A1A"/>
                </a:solidFill>
                <a:latin typeface="Calibri"/>
              </a:rPr>
              <a:t>machine-bound encryption (SQLCipher)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5A00"/>
                </a:solidFill>
                <a:latin typeface="Calibri"/>
              </a:rPr>
              <a:t>29  </a:t>
            </a:r>
            <a:r>
              <a:rPr sz="1000" b="0">
                <a:solidFill>
                  <a:srgbClr val="1A1A1A"/>
                </a:solidFill>
                <a:latin typeface="Calibri"/>
              </a:rPr>
              <a:t>real sessions measured for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5A00"/>
                </a:solidFill>
                <a:latin typeface="Calibri"/>
              </a:rPr>
              <a:t>MOAT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4414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Machine-specific heuristics.db — not portable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4261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&lt;5ms hook constraint — tight integration barrier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84378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Fail-open design — PRECC crash never blocks Claude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Predictive Error Correction for Claude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C85A00"/>
                </a:solidFill>
                <a:latin typeface="Calibri"/>
              </a:rPr>
              <a:t>QR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C4400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CC4400"/>
                </a:solidFill>
                <a:latin typeface="Calibri"/>
              </a:rPr>
              <a:t>For: Business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4400"/>
                </a:solidFill>
                <a:latin typeface="Calibri"/>
              </a:rP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$878 measured API spend → $296 recoverable waste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34% savings per developer — consistent across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Scales linearly with team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Zero-friction install — one curl 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025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4400"/>
                </a:solidFill>
                <a:latin typeface="Calibri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bash demo/demo.sh   # Section 1 — red failure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41448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Section 4 — the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42616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"$68/month saved per developer
   at Claude Code Pro pricing"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4400"/>
                </a:solidFill>
                <a:latin typeface="Calibri"/>
              </a:rPr>
              <a:t>RESULTS &amp;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$1,200  </a:t>
            </a:r>
            <a:r>
              <a:rPr sz="1000" b="0">
                <a:solidFill>
                  <a:srgbClr val="1A1A1A"/>
                </a:solidFill>
                <a:latin typeface="Calibri"/>
              </a:rPr>
              <a:t>per developer per year in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$816/yr  </a:t>
            </a:r>
            <a:r>
              <a:rPr sz="1000" b="0">
                <a:solidFill>
                  <a:srgbClr val="1A1A1A"/>
                </a:solidFill>
                <a:latin typeface="Calibri"/>
              </a:rPr>
              <a:t>10-person team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$8,160/yr  </a:t>
            </a:r>
            <a:r>
              <a:rPr sz="1000" b="0">
                <a:solidFill>
                  <a:srgbClr val="1A1A1A"/>
                </a:solidFill>
                <a:latin typeface="Calibri"/>
              </a:rPr>
              <a:t>100-person organization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Day-one  </a:t>
            </a:r>
            <a:r>
              <a:rPr sz="1000" b="0">
                <a:solidFill>
                  <a:srgbClr val="1A1A1A"/>
                </a:solidFill>
                <a:latin typeface="Calibri"/>
              </a:rPr>
              <a:t>ROI — no ramp-up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4400"/>
                </a:solidFill>
                <a:latin typeface="Calibri"/>
              </a:rPr>
              <a:t>Open-core  </a:t>
            </a:r>
            <a:r>
              <a:rPr sz="1000" b="0">
                <a:solidFill>
                  <a:srgbClr val="1A1A1A"/>
                </a:solidFill>
                <a:latin typeface="Calibri"/>
              </a:rPr>
              <a:t>business model — community + premium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4400"/>
                </a:solidFill>
                <a:latin typeface="Calibri"/>
              </a:rPr>
              <a:t>BUSINESS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4414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Per-seat SaaS: $10–20/month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4261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Team heuristics sync (premium)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84378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Skills marketplace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Predictive Error Correction for Claude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CC4400"/>
                </a:solidFill>
                <a:latin typeface="Calibri"/>
              </a:rPr>
              <a:t>QR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990022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990022"/>
                </a:solidFill>
                <a:latin typeface="Calibri"/>
              </a:rPr>
              <a:t>For: Enterprise CTO / Buyer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990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0022"/>
                </a:solidFill>
                <a:latin typeface="Calibri"/>
              </a:rP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Deploy across dev teams with zero trust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No network calls — fully air-gapped capable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Machine-bound encryption — data stays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Fail-open design — PRECC crash never blocks 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025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0022"/>
                </a:solidFill>
                <a:latin typeface="Calibri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Section 0: 'Encryption: AES-256' in init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41448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Section 5: xxd heuristics.db — no SQLite magic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4261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precc report — per-engineer ROI for procurement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4378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4. One-command deploy: curl | bash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0022"/>
                </a:solidFill>
                <a:latin typeface="Calibri"/>
              </a:rPr>
              <a:t>RESULTS &amp; BENEFITS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98%  </a:t>
            </a:r>
            <a:r>
              <a:rPr sz="1000" b="0">
                <a:solidFill>
                  <a:srgbClr val="1A1A1A"/>
                </a:solidFill>
                <a:latin typeface="Calibri"/>
              </a:rPr>
              <a:t>failure prevention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Zero  </a:t>
            </a:r>
            <a:r>
              <a:rPr sz="1000" b="0">
                <a:solidFill>
                  <a:srgbClr val="1A1A1A"/>
                </a:solidFill>
                <a:latin typeface="Calibri"/>
              </a:rPr>
              <a:t>network calls — fully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AES-256  </a:t>
            </a:r>
            <a:r>
              <a:rPr sz="1000" b="0">
                <a:solidFill>
                  <a:srgbClr val="1A1A1A"/>
                </a:solidFill>
                <a:latin typeface="Calibri"/>
              </a:rPr>
              <a:t>SQLCipher 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Fail-open  </a:t>
            </a:r>
            <a:r>
              <a:rPr sz="1000" b="0">
                <a:solidFill>
                  <a:srgbClr val="1A1A1A"/>
                </a:solidFill>
                <a:latin typeface="Calibri"/>
              </a:rPr>
              <a:t>exit 0 on crash — never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90022"/>
                </a:solidFill>
                <a:latin typeface="Calibri"/>
              </a:rPr>
              <a:t>&lt;5ms  </a:t>
            </a:r>
            <a:r>
              <a:rPr sz="1000" b="0">
                <a:solidFill>
                  <a:srgbClr val="1A1A1A"/>
                </a:solidFill>
                <a:latin typeface="Calibri"/>
              </a:rPr>
              <a:t>p99 hook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90022"/>
                </a:solidFill>
                <a:latin typeface="Calibri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414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HKDF-SHA256 key from machine-ID + username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64261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No passphrase — no user friction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84378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Reproducible builds — auditable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044952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Linux / macOS / Windows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990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Predictive Error Correction for Claude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0022"/>
                </a:solidFill>
                <a:latin typeface="Calibri"/>
              </a:rPr>
              <a:t>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94F3D"/>
                </a:solidFill>
                <a:latin typeface="Calibri"/>
              </a:rPr>
              <a:t>PRECC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5603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D94F3D"/>
                </a:solidFill>
                <a:latin typeface="Calibri"/>
              </a:rPr>
              <a:t>For: Developer Advocate / Partner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13232"/>
            <a:ext cx="11640312" cy="18288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4F3D"/>
                </a:solidFill>
                <a:latin typeface="Calibri"/>
              </a:rP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8813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Wow moment — wrong-dir cargo build fixed in 3ms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893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vs. 200+ tokens wasted without PRECC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9047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Learning loop: session → mine → skill → prevent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Open skill TOML format for easy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025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4F3D"/>
                </a:solidFill>
                <a:latin typeface="Calibri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1. Section 2: JSON hook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41448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2. "cargo build → cd /project &amp;&amp; cargo build, 2.93ms"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4261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3. Section 3: mining summary — failure-fix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4378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ourier New"/>
              </a:rPr>
              <a:t>4. precc skills list   # human-readable skill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850392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4F3D"/>
                </a:solidFill>
                <a:latin typeface="Calibri"/>
              </a:rPr>
              <a:t>RESULTS &amp; BENEFITS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881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98%  </a:t>
            </a:r>
            <a:r>
              <a:rPr sz="1000" b="0">
                <a:solidFill>
                  <a:srgbClr val="1A1A1A"/>
                </a:solidFill>
                <a:latin typeface="Calibri"/>
              </a:rPr>
              <a:t>prevention — compelling demo stat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28930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3ms  </a:t>
            </a:r>
            <a:r>
              <a:rPr sz="1000" b="0">
                <a:solidFill>
                  <a:srgbClr val="1A1A1A"/>
                </a:solidFill>
                <a:latin typeface="Calibri"/>
              </a:rPr>
              <a:t>wow moment — instant audience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4904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Smarter  </a:t>
            </a:r>
            <a:r>
              <a:rPr sz="1000" b="0">
                <a:solidFill>
                  <a:srgbClr val="1A1A1A"/>
                </a:solidFill>
                <a:latin typeface="Calibri"/>
              </a:rPr>
              <a:t>gets better every session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6916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Open TOML  </a:t>
            </a:r>
            <a:r>
              <a:rPr sz="1000" b="0">
                <a:solidFill>
                  <a:srgbClr val="1A1A1A"/>
                </a:solidFill>
                <a:latin typeface="Calibri"/>
              </a:rPr>
              <a:t>skill format — hackable &amp; shareable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9280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4F3D"/>
                </a:solidFill>
                <a:latin typeface="Calibri"/>
              </a:rPr>
              <a:t>Documented  </a:t>
            </a:r>
            <a:r>
              <a:rPr sz="1000" b="0">
                <a:solidFill>
                  <a:srgbClr val="1A1A1A"/>
                </a:solidFill>
                <a:latin typeface="Calibri"/>
              </a:rPr>
              <a:t>heuristics.db schema for partners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03704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94F3D"/>
                </a:solidFill>
                <a:latin typeface="Calibri"/>
              </a:rP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414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precc skills export &lt;name&gt;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642616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Custom skill TOML authoring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843784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• Ship skill packages for your 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739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  <a:latin typeface="Calibri"/>
              </a:rPr>
              <a:t>PRECC — Predictive Error Correction for Claude 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38560" y="6446520"/>
            <a:ext cx="548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D94F3D"/>
                </a:solidFill>
                <a:latin typeface="Calibri"/>
              </a:rPr>
              <a:t>QR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73952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yijunyu.github.io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