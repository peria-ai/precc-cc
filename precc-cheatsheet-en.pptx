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gif"/><Relationship Id="rId3" Type="http://schemas.openxmlformats.org/officeDocument/2006/relationships/video" Target="../media/media1.gif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gif"/><Relationship Id="rId3" Type="http://schemas.openxmlformats.org/officeDocument/2006/relationships/video" Target="../media/media2.gif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gif"/><Relationship Id="rId3" Type="http://schemas.openxmlformats.org/officeDocument/2006/relationships/video" Target="../media/media3.gif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gif"/><Relationship Id="rId3" Type="http://schemas.openxmlformats.org/officeDocument/2006/relationships/video" Target="../media/media4.gif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gif"/><Relationship Id="rId3" Type="http://schemas.openxmlformats.org/officeDocument/2006/relationships/video" Target="../media/media5.gif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87722"/>
                </a:solidFill>
                <a:latin typeface="Calibri"/>
              </a:rPr>
              <a:t>PRECC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E87722"/>
                </a:solidFill>
                <a:latin typeface="Calibri"/>
              </a:rPr>
              <a:t>For: Developer / Claude Code User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13232"/>
            <a:ext cx="11640312" cy="18288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8503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Calibri"/>
              </a:rPr>
              <a:t>USE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88136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Claude runs commands from wrong directory → fails → wastes tokens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9304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PRECC intercepts in &lt;3ms and fixes silently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490472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Supports: Rust/cargo, Node/npm, Python/pytest, Go, Make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801368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Calibri"/>
              </a:rPr>
              <a:t>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039112"/>
            <a:ext cx="4251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1. curl -fsSL https://raw.githubusercontent.com/yijunyu/
   precc-cc/main/scripts/install.sh | bash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386584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2. precc init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587752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3. precc ingest --all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788920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4. precc report    # see your savings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850392"/>
            <a:ext cx="6675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Calibri"/>
              </a:rPr>
              <a:t>RESULTS &amp; BENEFITS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088136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E87722"/>
                </a:solidFill>
                <a:latin typeface="Calibri"/>
              </a:rPr>
              <a:t>34%  </a:t>
            </a:r>
            <a:r>
              <a:rPr sz="1000" b="0">
                <a:solidFill>
                  <a:srgbClr val="1A1A1A"/>
                </a:solidFill>
                <a:latin typeface="Calibri"/>
              </a:rPr>
              <a:t>cost reduction on API spend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289304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E87722"/>
                </a:solidFill>
                <a:latin typeface="Calibri"/>
              </a:rPr>
              <a:t>98%  </a:t>
            </a:r>
            <a:r>
              <a:rPr sz="1000" b="0">
                <a:solidFill>
                  <a:srgbClr val="1A1A1A"/>
                </a:solidFill>
                <a:latin typeface="Calibri"/>
              </a:rPr>
              <a:t>failures prevented automatically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1490472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E87722"/>
                </a:solidFill>
                <a:latin typeface="Calibri"/>
              </a:rPr>
              <a:t>2.93ms  </a:t>
            </a:r>
            <a:r>
              <a:rPr sz="1000" b="0">
                <a:solidFill>
                  <a:srgbClr val="1A1A1A"/>
                </a:solidFill>
                <a:latin typeface="Calibri"/>
              </a:rPr>
              <a:t>hook latency — invisible overhead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691640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E87722"/>
                </a:solidFill>
                <a:latin typeface="Calibri"/>
              </a:rPr>
              <a:t>Zero  </a:t>
            </a:r>
            <a:r>
              <a:rPr sz="1000" b="0">
                <a:solidFill>
                  <a:srgbClr val="1A1A1A"/>
                </a:solidFill>
                <a:latin typeface="Calibri"/>
              </a:rPr>
              <a:t>config needed — works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1892808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E87722"/>
                </a:solidFill>
                <a:latin typeface="Calibri"/>
              </a:rPr>
              <a:t>Learns  </a:t>
            </a:r>
            <a:r>
              <a:rPr sz="1000" b="0">
                <a:solidFill>
                  <a:srgbClr val="1A1A1A"/>
                </a:solidFill>
                <a:latin typeface="Calibri"/>
              </a:rPr>
              <a:t>from your own sessions over 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203704"/>
            <a:ext cx="6675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Calibri"/>
              </a:rPr>
              <a:t>INSTALL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2441448"/>
            <a:ext cx="6537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curl -fsSL https://raw.githubusercontent.com/
yijunyu/precc-cc/main/scripts/install.sh | bash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473952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PRECC — Predictive Error Correction for Claude Code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338560" y="6446520"/>
            <a:ext cx="5486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38560" y="653796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E87722"/>
                </a:solidFill>
                <a:latin typeface="Calibri"/>
              </a:rPr>
              <a:t>QR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473952"/>
            <a:ext cx="1691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yijunyu.github.io</a:t>
            </a:r>
          </a:p>
        </p:txBody>
      </p:sp>
      <p:pic>
        <p:nvPicPr>
          <p:cNvPr id="27" name="dev-1772440049.gif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309360" y="3749040"/>
            <a:ext cx="4114800" cy="25603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7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C85A00"/>
                </a:solidFill>
                <a:latin typeface="Calibri"/>
              </a:rPr>
              <a:t>PRECC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C85A00"/>
                </a:solidFill>
                <a:latin typeface="Calibri"/>
              </a:rPr>
              <a:t>For: Technical Investor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13232"/>
            <a:ext cx="11640312" cy="18288"/>
          </a:xfrm>
          <a:prstGeom prst="rect">
            <a:avLst/>
          </a:prstGeom>
          <a:solidFill>
            <a:srgbClr val="C8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8503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5A00"/>
                </a:solidFill>
                <a:latin typeface="Calibri"/>
              </a:rPr>
              <a:t>USE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88136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Evaluate PRECC as a technology investment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9304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PreToolUse:Bash hook — canonical SDK integration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490472"/>
            <a:ext cx="4251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4-pillar architecture: CWD resolution, GDB advisor,
history mining, skill matching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94767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5A00"/>
                </a:solidFill>
                <a:latin typeface="Calibri"/>
              </a:rPr>
              <a:t>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85416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1. bash demo/demo.sh   # Section 2 — hook timing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386584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2. "2.93ms avg — 0.005% of 60s SDK budget"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587752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3. Section 5 — xxd shows AES-256 encrypted DB header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788920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4. precc report   # real billing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850392"/>
            <a:ext cx="6675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5A00"/>
                </a:solidFill>
                <a:latin typeface="Calibri"/>
              </a:rPr>
              <a:t>RESULTS &amp; BENEFITS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088136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85A00"/>
                </a:solidFill>
                <a:latin typeface="Calibri"/>
              </a:rPr>
              <a:t>$296/$878  </a:t>
            </a:r>
            <a:r>
              <a:rPr sz="1000" b="0">
                <a:solidFill>
                  <a:srgbClr val="1A1A1A"/>
                </a:solidFill>
                <a:latin typeface="Calibri"/>
              </a:rPr>
              <a:t>saved (34%) — measured, not modeled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289304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85A00"/>
                </a:solidFill>
                <a:latin typeface="Calibri"/>
              </a:rPr>
              <a:t>352/358  </a:t>
            </a:r>
            <a:r>
              <a:rPr sz="1000" b="0">
                <a:solidFill>
                  <a:srgbClr val="1A1A1A"/>
                </a:solidFill>
                <a:latin typeface="Calibri"/>
              </a:rPr>
              <a:t>failures prevented (98%)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1490472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85A00"/>
                </a:solidFill>
                <a:latin typeface="Calibri"/>
              </a:rPr>
              <a:t>2.93ms  </a:t>
            </a:r>
            <a:r>
              <a:rPr sz="1000" b="0">
                <a:solidFill>
                  <a:srgbClr val="1A1A1A"/>
                </a:solidFill>
                <a:latin typeface="Calibri"/>
              </a:rPr>
              <a:t>hook latency — sub-millisecond capable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691640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85A00"/>
                </a:solidFill>
                <a:latin typeface="Calibri"/>
              </a:rPr>
              <a:t>AES-256  </a:t>
            </a:r>
            <a:r>
              <a:rPr sz="1000" b="0">
                <a:solidFill>
                  <a:srgbClr val="1A1A1A"/>
                </a:solidFill>
                <a:latin typeface="Calibri"/>
              </a:rPr>
              <a:t>machine-bound encryption (SQLCipher)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1892808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85A00"/>
                </a:solidFill>
                <a:latin typeface="Calibri"/>
              </a:rPr>
              <a:t>29  </a:t>
            </a:r>
            <a:r>
              <a:rPr sz="1000" b="0">
                <a:solidFill>
                  <a:srgbClr val="1A1A1A"/>
                </a:solidFill>
                <a:latin typeface="Calibri"/>
              </a:rPr>
              <a:t>real sessions measured for 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203704"/>
            <a:ext cx="6675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5A00"/>
                </a:solidFill>
                <a:latin typeface="Calibri"/>
              </a:rPr>
              <a:t>MOAT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2441448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Machine-specific heuristics.db — not portable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2642616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&lt;5ms hook constraint — tight integration barrier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2843784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Fail-open design — PRECC crash never blocks Claude Code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C8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6473952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PRECC — Predictive Error Correction for Claude Code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338560" y="6446520"/>
            <a:ext cx="5486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338560" y="653796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C85A00"/>
                </a:solidFill>
                <a:latin typeface="Calibri"/>
              </a:rPr>
              <a:t>QR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6473952"/>
            <a:ext cx="1691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yijunyu.github.io</a:t>
            </a:r>
          </a:p>
        </p:txBody>
      </p:sp>
      <p:pic>
        <p:nvPicPr>
          <p:cNvPr id="29" name="tech_vc-1772440081.gif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309360" y="3749040"/>
            <a:ext cx="4114800" cy="25603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CC4400"/>
                </a:solidFill>
                <a:latin typeface="Calibri"/>
              </a:rPr>
              <a:t>PRECC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CC4400"/>
                </a:solidFill>
                <a:latin typeface="Calibri"/>
              </a:rPr>
              <a:t>For: Business Investor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13232"/>
            <a:ext cx="11640312" cy="18288"/>
          </a:xfrm>
          <a:prstGeom prst="rect">
            <a:avLst/>
          </a:prstGeom>
          <a:solidFill>
            <a:srgbClr val="CC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8503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C4400"/>
                </a:solidFill>
                <a:latin typeface="Calibri"/>
              </a:rPr>
              <a:t>USE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88136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$878 measured API spend → $296 recoverable waste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9304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34% savings per developer — consistent across sessions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490472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Scales linearly with team size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91640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Zero-friction install — one curl 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00253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C4400"/>
                </a:solidFill>
                <a:latin typeface="Calibri"/>
              </a:rPr>
              <a:t>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240280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1. bash demo/demo.sh   # Section 1 — red failure 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441448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2. Section 4 — the numbers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642616"/>
            <a:ext cx="4251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3. "$68/month saved per developer
   at Claude Code Pro pricing"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850392"/>
            <a:ext cx="6675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C4400"/>
                </a:solidFill>
                <a:latin typeface="Calibri"/>
              </a:rPr>
              <a:t>RESULTS &amp; BENEFITS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088136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C4400"/>
                </a:solidFill>
                <a:latin typeface="Calibri"/>
              </a:rPr>
              <a:t>$1,200  </a:t>
            </a:r>
            <a:r>
              <a:rPr sz="1000" b="0">
                <a:solidFill>
                  <a:srgbClr val="1A1A1A"/>
                </a:solidFill>
                <a:latin typeface="Calibri"/>
              </a:rPr>
              <a:t>per developer per year in savings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289304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C4400"/>
                </a:solidFill>
                <a:latin typeface="Calibri"/>
              </a:rPr>
              <a:t>$816/yr  </a:t>
            </a:r>
            <a:r>
              <a:rPr sz="1000" b="0">
                <a:solidFill>
                  <a:srgbClr val="1A1A1A"/>
                </a:solidFill>
                <a:latin typeface="Calibri"/>
              </a:rPr>
              <a:t>10-person team savings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1490472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C4400"/>
                </a:solidFill>
                <a:latin typeface="Calibri"/>
              </a:rPr>
              <a:t>$8,160/yr  </a:t>
            </a:r>
            <a:r>
              <a:rPr sz="1000" b="0">
                <a:solidFill>
                  <a:srgbClr val="1A1A1A"/>
                </a:solidFill>
                <a:latin typeface="Calibri"/>
              </a:rPr>
              <a:t>100-person organization savings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691640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C4400"/>
                </a:solidFill>
                <a:latin typeface="Calibri"/>
              </a:rPr>
              <a:t>Day-one  </a:t>
            </a:r>
            <a:r>
              <a:rPr sz="1000" b="0">
                <a:solidFill>
                  <a:srgbClr val="1A1A1A"/>
                </a:solidFill>
                <a:latin typeface="Calibri"/>
              </a:rPr>
              <a:t>ROI — no ramp-up period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1892808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C4400"/>
                </a:solidFill>
                <a:latin typeface="Calibri"/>
              </a:rPr>
              <a:t>Open-core  </a:t>
            </a:r>
            <a:r>
              <a:rPr sz="1000" b="0">
                <a:solidFill>
                  <a:srgbClr val="1A1A1A"/>
                </a:solidFill>
                <a:latin typeface="Calibri"/>
              </a:rPr>
              <a:t>business model — community + premium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203704"/>
            <a:ext cx="6675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C4400"/>
                </a:solidFill>
                <a:latin typeface="Calibri"/>
              </a:rPr>
              <a:t>BUSINESS MODELS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2441448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Per-seat SaaS: $10–20/month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2642616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Team heuristics sync (premium)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2843784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Skills marketplace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CC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6473952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PRECC — Predictive Error Correction for Claude Code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338560" y="6446520"/>
            <a:ext cx="5486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338560" y="653796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CC4400"/>
                </a:solidFill>
                <a:latin typeface="Calibri"/>
              </a:rPr>
              <a:t>QR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6473952"/>
            <a:ext cx="1691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yijunyu.github.io</a:t>
            </a:r>
          </a:p>
        </p:txBody>
      </p:sp>
      <p:pic>
        <p:nvPicPr>
          <p:cNvPr id="29" name="biz_vc-1772440081.gif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309360" y="3749040"/>
            <a:ext cx="4114800" cy="25603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990022"/>
                </a:solidFill>
                <a:latin typeface="Calibri"/>
              </a:rPr>
              <a:t>PRECC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990022"/>
                </a:solidFill>
                <a:latin typeface="Calibri"/>
              </a:rPr>
              <a:t>For: Enterprise CTO / Buyer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13232"/>
            <a:ext cx="11640312" cy="18288"/>
          </a:xfrm>
          <a:prstGeom prst="rect">
            <a:avLst/>
          </a:prstGeom>
          <a:solidFill>
            <a:srgbClr val="990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8503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90022"/>
                </a:solidFill>
                <a:latin typeface="Calibri"/>
              </a:rPr>
              <a:t>USE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88136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Deploy across dev teams with zero trust footprint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9304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No network calls — fully air-gapped capable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490472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Machine-bound encryption — data stays 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91640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Fail-open design — PRECC crash never blocks Claude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00253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90022"/>
                </a:solidFill>
                <a:latin typeface="Calibri"/>
              </a:rPr>
              <a:t>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240280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1. Section 0: 'Encryption: AES-256' in init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441448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2. Section 5: xxd heuristics.db — no SQLite magic bytes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642616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3. precc report — per-engineer ROI for procurement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843784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4. One-command deploy: curl | bash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850392"/>
            <a:ext cx="6675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90022"/>
                </a:solidFill>
                <a:latin typeface="Calibri"/>
              </a:rPr>
              <a:t>RESULTS &amp; BENEFITS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088136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90022"/>
                </a:solidFill>
                <a:latin typeface="Calibri"/>
              </a:rPr>
              <a:t>98%  </a:t>
            </a:r>
            <a:r>
              <a:rPr sz="1000" b="0">
                <a:solidFill>
                  <a:srgbClr val="1A1A1A"/>
                </a:solidFill>
                <a:latin typeface="Calibri"/>
              </a:rPr>
              <a:t>failure prevention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1289304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90022"/>
                </a:solidFill>
                <a:latin typeface="Calibri"/>
              </a:rPr>
              <a:t>Zero  </a:t>
            </a:r>
            <a:r>
              <a:rPr sz="1000" b="0">
                <a:solidFill>
                  <a:srgbClr val="1A1A1A"/>
                </a:solidFill>
                <a:latin typeface="Calibri"/>
              </a:rPr>
              <a:t>network calls — fully offline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490472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90022"/>
                </a:solidFill>
                <a:latin typeface="Calibri"/>
              </a:rPr>
              <a:t>AES-256  </a:t>
            </a:r>
            <a:r>
              <a:rPr sz="1000" b="0">
                <a:solidFill>
                  <a:srgbClr val="1A1A1A"/>
                </a:solidFill>
                <a:latin typeface="Calibri"/>
              </a:rPr>
              <a:t>SQLCipher encryption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1691640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90022"/>
                </a:solidFill>
                <a:latin typeface="Calibri"/>
              </a:rPr>
              <a:t>Fail-open  </a:t>
            </a:r>
            <a:r>
              <a:rPr sz="1000" b="0">
                <a:solidFill>
                  <a:srgbClr val="1A1A1A"/>
                </a:solidFill>
                <a:latin typeface="Calibri"/>
              </a:rPr>
              <a:t>exit 0 on crash — never blocks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1892808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90022"/>
                </a:solidFill>
                <a:latin typeface="Calibri"/>
              </a:rPr>
              <a:t>&lt;5ms  </a:t>
            </a:r>
            <a:r>
              <a:rPr sz="1000" b="0">
                <a:solidFill>
                  <a:srgbClr val="1A1A1A"/>
                </a:solidFill>
                <a:latin typeface="Calibri"/>
              </a:rPr>
              <a:t>p99 hook latency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203704"/>
            <a:ext cx="6675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90022"/>
                </a:solidFill>
                <a:latin typeface="Calibri"/>
              </a:rPr>
              <a:t>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2441448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HKDF-SHA256 key from machine-ID + username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2642616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No passphrase — no user friction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2843784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Reproducible builds — auditable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3044952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Linux / macOS / Windows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990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473952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PRECC — Predictive Error Correction for Claude Code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338560" y="6446520"/>
            <a:ext cx="5486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38560" y="653796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990022"/>
                </a:solidFill>
                <a:latin typeface="Calibri"/>
              </a:rPr>
              <a:t>QR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6473952"/>
            <a:ext cx="1691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yijunyu.github.io</a:t>
            </a:r>
          </a:p>
        </p:txBody>
      </p:sp>
      <p:pic>
        <p:nvPicPr>
          <p:cNvPr id="31" name="cto-1772440082.gif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309360" y="3749040"/>
            <a:ext cx="4114800" cy="25603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1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D94F3D"/>
                </a:solidFill>
                <a:latin typeface="Calibri"/>
              </a:rPr>
              <a:t>PRECC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D94F3D"/>
                </a:solidFill>
                <a:latin typeface="Calibri"/>
              </a:rPr>
              <a:t>For: Developer Advocate / Partner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13232"/>
            <a:ext cx="11640312" cy="18288"/>
          </a:xfrm>
          <a:prstGeom prst="rect">
            <a:avLst/>
          </a:prstGeom>
          <a:solidFill>
            <a:srgbClr val="D94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8503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D94F3D"/>
                </a:solidFill>
                <a:latin typeface="Calibri"/>
              </a:rPr>
              <a:t>USE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88136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Wow moment — wrong-dir cargo build fixed in 3ms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9304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vs. 200+ tokens wasted without PRECC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490472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Learning loop: session → mine → skill → prevent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91640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Open skill TOML format for easy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00253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D94F3D"/>
                </a:solidFill>
                <a:latin typeface="Calibri"/>
              </a:rPr>
              <a:t>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240280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1. Section 2: JSON hook transformation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441448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2. "cargo build → cd /project &amp;&amp; cargo build, 2.93ms"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642616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3. Section 3: mining summary — failure-fix pairs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843784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4. precc skills list   # human-readable skill 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850392"/>
            <a:ext cx="6675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D94F3D"/>
                </a:solidFill>
                <a:latin typeface="Calibri"/>
              </a:rPr>
              <a:t>RESULTS &amp; BENEFITS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088136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94F3D"/>
                </a:solidFill>
                <a:latin typeface="Calibri"/>
              </a:rPr>
              <a:t>98%  </a:t>
            </a:r>
            <a:r>
              <a:rPr sz="1000" b="0">
                <a:solidFill>
                  <a:srgbClr val="1A1A1A"/>
                </a:solidFill>
                <a:latin typeface="Calibri"/>
              </a:rPr>
              <a:t>prevention — compelling demo stat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1289304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94F3D"/>
                </a:solidFill>
                <a:latin typeface="Calibri"/>
              </a:rPr>
              <a:t>3ms  </a:t>
            </a:r>
            <a:r>
              <a:rPr sz="1000" b="0">
                <a:solidFill>
                  <a:srgbClr val="1A1A1A"/>
                </a:solidFill>
                <a:latin typeface="Calibri"/>
              </a:rPr>
              <a:t>wow moment — instant audience hook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490472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94F3D"/>
                </a:solidFill>
                <a:latin typeface="Calibri"/>
              </a:rPr>
              <a:t>Smarter  </a:t>
            </a:r>
            <a:r>
              <a:rPr sz="1000" b="0">
                <a:solidFill>
                  <a:srgbClr val="1A1A1A"/>
                </a:solidFill>
                <a:latin typeface="Calibri"/>
              </a:rPr>
              <a:t>gets better every session automatically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1691640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94F3D"/>
                </a:solidFill>
                <a:latin typeface="Calibri"/>
              </a:rPr>
              <a:t>Open TOML  </a:t>
            </a:r>
            <a:r>
              <a:rPr sz="1000" b="0">
                <a:solidFill>
                  <a:srgbClr val="1A1A1A"/>
                </a:solidFill>
                <a:latin typeface="Calibri"/>
              </a:rPr>
              <a:t>skill format — hackable &amp; shareable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1892808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94F3D"/>
                </a:solidFill>
                <a:latin typeface="Calibri"/>
              </a:rPr>
              <a:t>Documented  </a:t>
            </a:r>
            <a:r>
              <a:rPr sz="1000" b="0">
                <a:solidFill>
                  <a:srgbClr val="1A1A1A"/>
                </a:solidFill>
                <a:latin typeface="Calibri"/>
              </a:rPr>
              <a:t>heuristics.db schema for partners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203704"/>
            <a:ext cx="6675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D94F3D"/>
                </a:solidFill>
                <a:latin typeface="Calibri"/>
              </a:rPr>
              <a:t>INTEGRATION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2441448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precc skills export &lt;name&gt;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2642616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Custom skill TOML authoring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2843784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Ship skill packages for your tool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D94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73952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PRECC — Predictive Error Correction for Claude Code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338560" y="6446520"/>
            <a:ext cx="5486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338560" y="653796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D94F3D"/>
                </a:solidFill>
                <a:latin typeface="Calibri"/>
              </a:rPr>
              <a:t>QR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6473952"/>
            <a:ext cx="1691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yijunyu.github.io</a:t>
            </a:r>
          </a:p>
        </p:txBody>
      </p:sp>
      <p:pic>
        <p:nvPicPr>
          <p:cNvPr id="30" name="devrel-1772440083.gif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309360" y="3749040"/>
            <a:ext cx="4114800" cy="25603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0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