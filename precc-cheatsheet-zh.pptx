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gif"/><Relationship Id="rId3" Type="http://schemas.openxmlformats.org/officeDocument/2006/relationships/video" Target="../media/media1.gif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gif"/><Relationship Id="rId3" Type="http://schemas.openxmlformats.org/officeDocument/2006/relationships/video" Target="../media/media2.gif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gif"/><Relationship Id="rId3" Type="http://schemas.openxmlformats.org/officeDocument/2006/relationships/video" Target="../media/media3.gif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gif"/><Relationship Id="rId3" Type="http://schemas.openxmlformats.org/officeDocument/2006/relationships/video" Target="../media/media4.gif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gif"/><Relationship Id="rId3" Type="http://schemas.openxmlformats.org/officeDocument/2006/relationships/video" Target="../media/media5.gif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7722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E87722"/>
                </a:solidFill>
                <a:latin typeface="Calibri"/>
              </a:rPr>
              <a:t>适用人群：开发者 / Claude Code 用户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722"/>
                </a:solidFill>
                <a:latin typeface="Calibri"/>
              </a:rPr>
              <a:t>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Claude在错误目录运行命令→失败→浪费Token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PRECC在&lt;3ms内拦截并静默修复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支持：Rust/cargo、Node/npm、Python/pytest、Go、Make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722"/>
                </a:solidFill>
                <a:latin typeface="Calibri"/>
              </a:rPr>
              <a:t>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39112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curl -fsSL https://raw.githubusercontent.com/yijunyu/
   precc-cc/main/scripts/install.sh |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8658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precc 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precc ingest --all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4. precc report    # 查看节省情况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722"/>
                </a:solidFill>
                <a:latin typeface="Calibri"/>
              </a:rPr>
              <a:t>效果与收益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34%  </a:t>
            </a:r>
            <a:r>
              <a:rPr sz="1000" b="0">
                <a:solidFill>
                  <a:srgbClr val="1A1A1A"/>
                </a:solidFill>
                <a:latin typeface="Calibri"/>
              </a:rPr>
              <a:t>API消费成本节省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98%  </a:t>
            </a:r>
            <a:r>
              <a:rPr sz="1000" b="0">
                <a:solidFill>
                  <a:srgbClr val="1A1A1A"/>
                </a:solidFill>
                <a:latin typeface="Calibri"/>
              </a:rPr>
              <a:t>失败自动预防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2.93ms  </a:t>
            </a:r>
            <a:r>
              <a:rPr sz="1000" b="0">
                <a:solidFill>
                  <a:srgbClr val="1A1A1A"/>
                </a:solidFill>
                <a:latin typeface="Calibri"/>
              </a:rPr>
              <a:t>钩子延迟——无感知开销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零  </a:t>
            </a:r>
            <a:r>
              <a:rPr sz="1000" b="0">
                <a:solidFill>
                  <a:srgbClr val="1A1A1A"/>
                </a:solidFill>
                <a:latin typeface="Calibri"/>
              </a:rPr>
              <a:t>配置需求——即装即用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自动学习  </a:t>
            </a:r>
            <a:r>
              <a:rPr sz="1000" b="0">
                <a:solidFill>
                  <a:srgbClr val="1A1A1A"/>
                </a:solidFill>
                <a:latin typeface="Calibri"/>
              </a:rPr>
              <a:t>从您的会话中持续改进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722"/>
                </a:solidFill>
                <a:latin typeface="Calibri"/>
              </a:rPr>
              <a:t>安装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441448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curl -fsSL https://raw.githubusercontent.com/
yijunyu/precc-cc/main/scripts/install.sh | bash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面向Claude Code的预测性错误修正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E87722"/>
                </a:solidFill>
                <a:latin typeface="Calibri"/>
              </a:rPr>
              <a:t>QR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  <p:pic>
        <p:nvPicPr>
          <p:cNvPr id="27" name="dev-1772440049.gif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09360" y="3749040"/>
            <a:ext cx="4114800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5A00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C85A00"/>
                </a:solidFill>
                <a:latin typeface="Calibri"/>
              </a:rPr>
              <a:t>适用人群：技术投资人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00"/>
                </a:solidFill>
                <a:latin typeface="Calibri"/>
              </a:rPr>
              <a:t>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评估PRECC技术投资价值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PreToolUse:Bash钩子——规范SDK集成点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四柱架构：工作目录解析、GDB顾问、
历史挖掘、技能匹配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4767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00"/>
                </a:solidFill>
                <a:latin typeface="Calibri"/>
              </a:rPr>
              <a:t>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8541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bash demo/demo.sh   # 第2节——钩子计时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8658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"2.93ms均值——占60秒SDK预算的0.005%"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第5节——xxd显示AES-256加密DB头部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4. precc report   # 真实计费指标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00"/>
                </a:solidFill>
                <a:latin typeface="Calibri"/>
              </a:rPr>
              <a:t>效果与收益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$296/$878  </a:t>
            </a:r>
            <a:r>
              <a:rPr sz="1000" b="0">
                <a:solidFill>
                  <a:srgbClr val="1A1A1A"/>
                </a:solidFill>
                <a:latin typeface="Calibri"/>
              </a:rPr>
              <a:t>节省（34%）——实测数据，非模型推算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352/358  </a:t>
            </a:r>
            <a:r>
              <a:rPr sz="1000" b="0">
                <a:solidFill>
                  <a:srgbClr val="1A1A1A"/>
                </a:solidFill>
                <a:latin typeface="Calibri"/>
              </a:rPr>
              <a:t>失败预防（98%）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2.93ms  </a:t>
            </a:r>
            <a:r>
              <a:rPr sz="1000" b="0">
                <a:solidFill>
                  <a:srgbClr val="1A1A1A"/>
                </a:solidFill>
                <a:latin typeface="Calibri"/>
              </a:rPr>
              <a:t>钩子延迟——具备亚毫秒级能力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AES-256  </a:t>
            </a:r>
            <a:r>
              <a:rPr sz="1000" b="0">
                <a:solidFill>
                  <a:srgbClr val="1A1A1A"/>
                </a:solidFill>
                <a:latin typeface="Calibri"/>
              </a:rPr>
              <a:t>机器绑定加密（SQLCipher）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29  </a:t>
            </a:r>
            <a:r>
              <a:rPr sz="1000" b="0">
                <a:solidFill>
                  <a:srgbClr val="1A1A1A"/>
                </a:solidFill>
                <a:latin typeface="Calibri"/>
              </a:rPr>
              <a:t>个真实会话用于基准测量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00"/>
                </a:solidFill>
                <a:latin typeface="Calibri"/>
              </a:rPr>
              <a:t>护城河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4414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机器专属heuristics.db——不可移植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4261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&lt;5ms钩子约束——高集成壁垒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84378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故障开放设计——PRECC崩溃不阻断Claude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面向Claude Code的预测性错误修正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C85A00"/>
                </a:solidFill>
                <a:latin typeface="Calibri"/>
              </a:rPr>
              <a:t>QR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  <p:pic>
        <p:nvPicPr>
          <p:cNvPr id="29" name="tech_vc-1772440081.gif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09360" y="3749040"/>
            <a:ext cx="4114800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4400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CC4400"/>
                </a:solidFill>
                <a:latin typeface="Calibri"/>
              </a:rPr>
              <a:t>适用人群：商业投资人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4400"/>
                </a:solidFill>
                <a:latin typeface="Calibri"/>
              </a:rPr>
              <a:t>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实测$878 API消费→$296可回收浪费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每位开发者节省34%——跨会话稳定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随团队规模线性扩展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零摩擦安装——一条curl命令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025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4400"/>
                </a:solidFill>
                <a:latin typeface="Calibri"/>
              </a:rPr>
              <a:t>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bash demo/demo.sh   # 第1节——红色失败行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41448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第4节——数字详情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42616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"Claude Code Pro定价下
   每位开发者月均节省$68"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4400"/>
                </a:solidFill>
                <a:latin typeface="Calibri"/>
              </a:rPr>
              <a:t>效果与收益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$1,200  </a:t>
            </a:r>
            <a:r>
              <a:rPr sz="1000" b="0">
                <a:solidFill>
                  <a:srgbClr val="1A1A1A"/>
                </a:solidFill>
                <a:latin typeface="Calibri"/>
              </a:rPr>
              <a:t>每位开发者每年节省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$816/年  </a:t>
            </a:r>
            <a:r>
              <a:rPr sz="1000" b="0">
                <a:solidFill>
                  <a:srgbClr val="1A1A1A"/>
                </a:solidFill>
                <a:latin typeface="Calibri"/>
              </a:rPr>
              <a:t>10人团队节省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$8,160/年  </a:t>
            </a:r>
            <a:r>
              <a:rPr sz="1000" b="0">
                <a:solidFill>
                  <a:srgbClr val="1A1A1A"/>
                </a:solidFill>
                <a:latin typeface="Calibri"/>
              </a:rPr>
              <a:t>百人组织节省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当日回报  </a:t>
            </a:r>
            <a:r>
              <a:rPr sz="1000" b="0">
                <a:solidFill>
                  <a:srgbClr val="1A1A1A"/>
                </a:solidFill>
                <a:latin typeface="Calibri"/>
              </a:rPr>
              <a:t>无需预热期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开源核心  </a:t>
            </a:r>
            <a:r>
              <a:rPr sz="1000" b="0">
                <a:solidFill>
                  <a:srgbClr val="1A1A1A"/>
                </a:solidFill>
                <a:latin typeface="Calibri"/>
              </a:rPr>
              <a:t>商业模式——社区版+高级版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4400"/>
                </a:solidFill>
                <a:latin typeface="Calibri"/>
              </a:rPr>
              <a:t>商业模式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4414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按席位SaaS：$10–20/月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4261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团队启发式同步（高级功能）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84378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技能市场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面向Claude Code的预测性错误修正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CC4400"/>
                </a:solidFill>
                <a:latin typeface="Calibri"/>
              </a:rPr>
              <a:t>QR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  <p:pic>
        <p:nvPicPr>
          <p:cNvPr id="29" name="biz_vc-1772440081.gif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09360" y="3749040"/>
            <a:ext cx="4114800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990022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990022"/>
                </a:solidFill>
                <a:latin typeface="Calibri"/>
              </a:rPr>
              <a:t>适用人群：企业CTO / 采购决策者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990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0022"/>
                </a:solidFill>
                <a:latin typeface="Calibri"/>
              </a:rPr>
              <a:t>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零信任部署——无网络调用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完全支持离线/隔离网络环境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机器绑定加密——数据始终本地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故障开放设计——PRECC崩溃不阻断Claude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025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0022"/>
                </a:solidFill>
                <a:latin typeface="Calibri"/>
              </a:rPr>
              <a:t>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第0节：初始化输出显示'Encryption: AES-256'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41448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第5节：xxd heuristics.db——无SQLite魔术字节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4261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precc report——每工程师ROI采购报告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4378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4. 一键部署：curl | bash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0022"/>
                </a:solidFill>
                <a:latin typeface="Calibri"/>
              </a:rPr>
              <a:t>效果与收益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98%  </a:t>
            </a:r>
            <a:r>
              <a:rPr sz="1000" b="0">
                <a:solidFill>
                  <a:srgbClr val="1A1A1A"/>
                </a:solidFill>
                <a:latin typeface="Calibri"/>
              </a:rPr>
              <a:t>失败预防率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零  </a:t>
            </a:r>
            <a:r>
              <a:rPr sz="1000" b="0">
                <a:solidFill>
                  <a:srgbClr val="1A1A1A"/>
                </a:solidFill>
                <a:latin typeface="Calibri"/>
              </a:rPr>
              <a:t>网络调用——完全离线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AES-256  </a:t>
            </a:r>
            <a:r>
              <a:rPr sz="1000" b="0">
                <a:solidFill>
                  <a:srgbClr val="1A1A1A"/>
                </a:solidFill>
                <a:latin typeface="Calibri"/>
              </a:rPr>
              <a:t>SQLCipher加密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故障开放  </a:t>
            </a:r>
            <a:r>
              <a:rPr sz="1000" b="0">
                <a:solidFill>
                  <a:srgbClr val="1A1A1A"/>
                </a:solidFill>
                <a:latin typeface="Calibri"/>
              </a:rPr>
              <a:t>崩溃时exit 0——永不阻断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&lt;5ms  </a:t>
            </a:r>
            <a:r>
              <a:rPr sz="1000" b="0">
                <a:solidFill>
                  <a:srgbClr val="1A1A1A"/>
                </a:solidFill>
                <a:latin typeface="Calibri"/>
              </a:rPr>
              <a:t>P99钩子延迟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0022"/>
                </a:solidFill>
                <a:latin typeface="Calibri"/>
              </a:rPr>
              <a:t>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414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HKDF-SHA256密钥来自机器ID+用户名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64261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无口令——零用户摩擦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84378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可复现构建——可审计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044952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Linux / macOS / Windows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990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面向Claude Code的预测性错误修正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0022"/>
                </a:solidFill>
                <a:latin typeface="Calibri"/>
              </a:rPr>
              <a:t>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  <p:pic>
        <p:nvPicPr>
          <p:cNvPr id="31" name="cto-1772440082.gif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09360" y="3749040"/>
            <a:ext cx="4114800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94F3D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D94F3D"/>
                </a:solidFill>
                <a:latin typeface="Calibri"/>
              </a:rPr>
              <a:t>适用人群：开发者倡导者 / 合作伙伴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4F3D"/>
                </a:solidFill>
                <a:latin typeface="Calibri"/>
              </a:rPr>
              <a:t>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震撼时刻——错误目录的cargo build在3ms内修复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否则将浪费200+个Token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学习闭环：会话→挖掘→技能→预防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开放技能TOML格式，易于集成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025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4F3D"/>
                </a:solidFill>
                <a:latin typeface="Calibri"/>
              </a:rPr>
              <a:t>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第2节：JSON钩子变换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41448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"cargo build → cd /project &amp;&amp; cargo build，2.93ms"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4261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第3节：挖掘摘要——失败-修复对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4378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4. precc skills list   # 可读技能列表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4F3D"/>
                </a:solidFill>
                <a:latin typeface="Calibri"/>
              </a:rPr>
              <a:t>效果与收益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98%  </a:t>
            </a:r>
            <a:r>
              <a:rPr sz="1000" b="0">
                <a:solidFill>
                  <a:srgbClr val="1A1A1A"/>
                </a:solidFill>
                <a:latin typeface="Calibri"/>
              </a:rPr>
              <a:t>预防率——极具说服力的演示数据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3ms  </a:t>
            </a:r>
            <a:r>
              <a:rPr sz="1000" b="0">
                <a:solidFill>
                  <a:srgbClr val="1A1A1A"/>
                </a:solidFill>
                <a:latin typeface="Calibri"/>
              </a:rPr>
              <a:t>震撼时刻——即时抓住观众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越用越聪明  </a:t>
            </a:r>
            <a:r>
              <a:rPr sz="1000" b="0">
                <a:solidFill>
                  <a:srgbClr val="1A1A1A"/>
                </a:solidFill>
                <a:latin typeface="Calibri"/>
              </a:rPr>
              <a:t>每个会话自动改进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开放TOML  </a:t>
            </a:r>
            <a:r>
              <a:rPr sz="1000" b="0">
                <a:solidFill>
                  <a:srgbClr val="1A1A1A"/>
                </a:solidFill>
                <a:latin typeface="Calibri"/>
              </a:rPr>
              <a:t>技能格式——可扩展可分享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文档完备  </a:t>
            </a:r>
            <a:r>
              <a:rPr sz="1000" b="0">
                <a:solidFill>
                  <a:srgbClr val="1A1A1A"/>
                </a:solidFill>
                <a:latin typeface="Calibri"/>
              </a:rPr>
              <a:t>heuristics.db架构供合作伙伴使用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4F3D"/>
                </a:solidFill>
                <a:latin typeface="Calibri"/>
              </a:rPr>
              <a:t>集成方式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414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precc skills export &lt;name&gt;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64261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自定义技能TOML编写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84378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为您的工具发布技能包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面向Claude Code的预测性错误修正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D94F3D"/>
                </a:solidFill>
                <a:latin typeface="Calibri"/>
              </a:rPr>
              <a:t>QR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  <p:pic>
        <p:nvPicPr>
          <p:cNvPr id="30" name="devrel-1772440083.gif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09360" y="3749040"/>
            <a:ext cx="4114800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