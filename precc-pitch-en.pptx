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1E90FF"/>
                </a:solidFill>
              </a:rPr>
              <a:t>PRECC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Predictive Error Correction for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Saves ~34% of AI coding costs automatically
Zero configuration  ·  2.93ms latency  ·  Learns from your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878"/>
                </a:solidFill>
              </a:rPr>
              <a:t>Supports: Claude  ·  Gemini  ·  Codex / GitHub Copilot  ·  Any OpenAI-compatible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github.com/yijunyu/precc-cc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90FF"/>
                </a:solidFill>
              </a:rPr>
              <a:t>Every AI Coding Session Wastes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Claude runs `cargo build` in the wrong directory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Command fails immediately (exit code 1)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Claude reads 200+ tokens of error output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Claude figures out the correct directory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Claude retries with the right path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x </a:t>
            </a:r>
            <a:r>
              <a:rPr sz="1600">
                <a:solidFill>
                  <a:srgbClr val="FFFFFF"/>
                </a:solidFill>
              </a:rPr>
              <a:t>5 round-trips, ~500 tokens wasted -- zero actual work done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CC00"/>
                </a:solidFill>
              </a:rPr>
              <a:t>17% of all bash commands needed correction  ·  98% of failures were preventable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Measured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29 real Claude Code sessions · 5 projects · 5,384 bash calls · $878 total spend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878"/>
                </a:solidFill>
              </a:rPr>
              <a:t>34%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Cost Savings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E90FF"/>
                </a:solidFill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Failures Prevented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CCC"/>
                </a:solidFill>
              </a:rPr>
              <a:t>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Commands Improved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CC00"/>
                </a:solidFill>
              </a:rPr>
              <a:t>59%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Cache Tokens Saved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6666"/>
                </a:solidFill>
              </a:rPr>
              <a:t>&lt;5ms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Hook Latency (p99)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54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$296 / $878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33756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Cost savings (real billing data, 29 sessions)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959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352 / 358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99592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Failures prevented (exit-code tracking across sessions)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542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894 / 5,384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654296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Bash commands improved (hook activation log)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126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988M / 1.67B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312664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Cache reads saved (RTK compression + retry prevention)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How It Works -- Four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51760" cy="512064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8"/>
                </a:solidFill>
              </a:rPr>
              <a:t>Pillar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90472"/>
            <a:ext cx="2468880" cy="13716"/>
          </a:xfrm>
          <a:prstGeom prst="rect">
            <a:avLst/>
          </a:prstGeom>
          <a:solidFill>
            <a:srgbClr val="0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Context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Detects wrong-directory calls
Prepends cd /correct/path &amp;&amp;
Finds Cargo.toml, package.json,
go.mod, Makefile ancestors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2651760" cy="5120640"/>
          </a:xfrm>
          <a:prstGeom prst="rect">
            <a:avLst/>
          </a:prstGeom>
          <a:solidFill>
            <a:srgbClr val="122235"/>
          </a:solidFill>
          <a:ln w="1905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666"/>
                </a:solidFill>
              </a:rPr>
              <a:t>Pillar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90472"/>
            <a:ext cx="2468880" cy="13716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536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GDB Debug 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2140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When same command fails &gt;=2x
in 24 hours, surfaces
"Consider: precc debug"
in the permission reason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2651760" cy="512064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Pillar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90472"/>
            <a:ext cx="2468880" cy="137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536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Failure-Fix Mining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12140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Parses past session JSONL logs
Extracts failure-&gt;fix pairs
Stores in history.db
Builds project-specific knowledge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005840"/>
            <a:ext cx="2651760" cy="512064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90FF"/>
                </a:solidFill>
              </a:rPr>
              <a:t>Pillar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490472"/>
            <a:ext cx="2468880" cy="1371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536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Skill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12140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Matches command against
learned patterns
Auto-applies at confidence &gt;= 0.7
Built-in + mined skills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  stdin (JSON: bash command)
         |
         v
  +-----------------------------------+
  |  precc-hook  (Rust binary)        |
  |                                   |
  |  Stage 1: Parse hook JSON         |
  |  Stage 2: Skill match (&gt;=0.7)     |
  |  Stage 3: Context resolution      |
  |  Stage 4: GDB opportunity         |
  |  Stage 5: RTK compression         |
  |                                   |
  |  Fail-open: any error -&gt; exit 0   |
  +-----------------------------------+
         |
         v
  stdout (modified command 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00584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Four Binaries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508760"/>
            <a:ext cx="6035040" cy="109728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58191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90FF"/>
                </a:solidFill>
              </a:rPr>
              <a:t>precc-hook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9659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PreToolUse:Bash hook · &lt;5ms · fail-open · zero network calls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743200"/>
            <a:ext cx="6035040" cy="10972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81635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78"/>
                </a:solidFill>
              </a:rPr>
              <a:t>precc-cli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20040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User CLI: init / ingest / skills / report / savings / debug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3977639"/>
            <a:ext cx="6035040" cy="109728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050791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C00"/>
                </a:solidFill>
              </a:rPr>
              <a:t>precc-miner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43484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Background daemon · mines sessions · imports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5212080"/>
            <a:ext cx="6035040" cy="10972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52852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CCC"/>
                </a:solidFill>
              </a:rPr>
              <a:t>precc-core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6692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Shared lib: context / skills / DB / RTK / mining / metrics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AI Model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PRECC hooks PreToolUse:Bash -- model-agnostic by design. Works with any AI coding assistant.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192024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90FF"/>
                </a:solidFill>
              </a:rPr>
              <a:t>Claude (Anthropic)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claude-opus-4 · claude-sonnet-4 · claude-haiku-4
Full feature support · native hook integration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86400" cy="1920240"/>
          </a:xfrm>
          <a:prstGeom prst="rect">
            <a:avLst/>
          </a:prstGeom>
          <a:solidFill>
            <a:srgbClr val="122235"/>
          </a:solidFill>
          <a:ln w="19050">
            <a:solidFill>
              <a:srgbClr val="4D9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D90FE"/>
                </a:solidFill>
              </a:rPr>
              <a:t>Gemini (Google)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7627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gemini-2.0-flash · gemini-1.5-pro · Vertex AI
OpenAI-compatible endpoint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486400" cy="1920240"/>
          </a:xfrm>
          <a:prstGeom prst="rect">
            <a:avLst/>
          </a:prstGeom>
          <a:solidFill>
            <a:srgbClr val="122235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67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A0DAD"/>
                </a:solidFill>
              </a:rPr>
              <a:t>Codex / GitHub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7939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gpt-4o · o3-mini · Azure OpenAI · OpenAI API
Set OPENAI_API_BASE for custom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486400" cy="1920240"/>
          </a:xfrm>
          <a:prstGeom prst="rect">
            <a:avLst/>
          </a:prstGeom>
          <a:solidFill>
            <a:srgbClr val="12223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767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88"/>
                </a:solidFill>
              </a:rPr>
              <a:t>Any OpenAI-compatible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7939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Local models via Ollama · LM Studio · vLLM
Custom API_BASE + API_KEY configuration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Security &amp;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237744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78"/>
                </a:solidFill>
              </a:rPr>
              <a:t>AES-256 Encryption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All databases (heuristics.db, history.db, metrics.db) encrypted via SQLCipher.
Key = HKDF-SHA256(machine-id + username). No passphrase. No key on disk.
Database is unreadable on any other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00" cy="237744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155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Zero Network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The hook binary makes zero network calls at runtime.
All data is local. No telemetry. No phone-home. No external dependencies.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486400" cy="237744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673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CCC"/>
                </a:solidFill>
              </a:rPr>
              <a:t>Fail-Open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7939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Any error -&gt; exit 0 (approve command unchanged).
PRECC crash never blocks your AI coding session.
Non-negotiable for production use.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486400" cy="237744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7673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C00"/>
                </a:solidFill>
              </a:rPr>
              <a:t>Binary 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7939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obfstr compile-time string obfuscation in all release binaries.
Reduces information leakage via strings(1). Reproducible builds.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Skills &amp; Learning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C00"/>
                </a:solidFill>
              </a:rPr>
              <a:t>Skill Confidence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2286000" cy="1645920"/>
          </a:xfrm>
          <a:prstGeom prst="rect">
            <a:avLst/>
          </a:prstGeom>
          <a:solidFill>
            <a:srgbClr val="12223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88"/>
                </a:solidFill>
              </a:rPr>
              <a:t>CANDIDATE
0.3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12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Created on 3+
occurrences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90FF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463040"/>
            <a:ext cx="2286000" cy="164592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087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90FF"/>
                </a:solidFill>
              </a:rPr>
              <a:t>ACTIVE
0.7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12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Auto-applies
5+ activations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90FF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463040"/>
            <a:ext cx="2286000" cy="164592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087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78"/>
                </a:solidFill>
              </a:rPr>
              <a:t>TRUSTED
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1284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20+ activations
&lt;5% failure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666"/>
                </a:solidFill>
              </a:rPr>
              <a:t>Auto-DISABLED if failure rate &gt; 20% with &gt;=5 activations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CCC"/>
                </a:solidFill>
              </a:rPr>
              <a:t>Built-in Skills (6)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cargo-wrong-dir  ·  git-wrong-dir  ·  go-wrong-dir
make-wrong-dir  ·  npm-wrong-dir  ·  python-wrong-dir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CCC"/>
                </a:solidFill>
              </a:rPr>
              <a:t>Skill Commands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97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297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List all skills with 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864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show &lt;name&gt;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48646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Full trigger/action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4315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export &lt;name&gt;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543153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Export as TOML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998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edit &lt;name&gt;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59984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Open in $EDITOR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Install &amp; 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78"/>
                </a:solidFill>
              </a:rPr>
              <a:t>Linux / macOS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curl -fsSL https://raw.githubusercontent.com/yijunyu/precc-cc/main/scripts/install.sh | bash
precc init
precc ingest --all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C00"/>
                </a:solidFill>
              </a:rPr>
              <a:t>Windows (PowerShell)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iwr -useb https://raw.githubusercontent.com/yijunyu/precc-cc/main/scripts/install.ps1 | iex
precc init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What happens next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78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precc init creates AES-256 encrypted databases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2316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CC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0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Hook auto-wired to ~/.claude/settings.json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8328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747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C00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520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Every bash command passes through PRECC silently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34340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434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90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80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precc ingest --all mines your session history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30352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78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440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precc report shows your savings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ROI &amp; Savings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Based on 34% measured savings at $200/month Claude Code Pro per developer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64592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Team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417320"/>
            <a:ext cx="219456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4447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Monthly AI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237744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447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PRECC Saves (34%)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417320"/>
            <a:ext cx="201168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4447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Annual Savings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417320"/>
            <a:ext cx="274320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444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ROI on $20/seat/mo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74519"/>
            <a:ext cx="164592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019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 dev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1874519"/>
            <a:ext cx="219456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19019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$200/mo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874519"/>
            <a:ext cx="237744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9019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$68/mo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874519"/>
            <a:ext cx="201168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9019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$816/yr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874519"/>
            <a:ext cx="274320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9019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377439"/>
            <a:ext cx="164592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4048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 devs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2377439"/>
            <a:ext cx="219456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$2,000/mo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377439"/>
            <a:ext cx="237744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24048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$680/mo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2377439"/>
            <a:ext cx="201168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4048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$8,160/yr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377439"/>
            <a:ext cx="274320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24048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880360"/>
            <a:ext cx="164592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9077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50 devs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2880360"/>
            <a:ext cx="219456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29077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$10,000/mo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2880360"/>
            <a:ext cx="237744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29077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$3,400/mo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880360"/>
            <a:ext cx="201168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29077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$40,800/yr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880360"/>
            <a:ext cx="274320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29077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383280"/>
            <a:ext cx="164592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410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100 devs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3383280"/>
            <a:ext cx="219456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34107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$20,000/mo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383280"/>
            <a:ext cx="237744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3410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$6,800/mo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3383280"/>
            <a:ext cx="201168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34107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$81,600/yr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3383280"/>
            <a:ext cx="274320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0" y="34107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0690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062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E90FF"/>
                </a:solidFill>
              </a:rPr>
              <a:t>. </a:t>
            </a:r>
            <a:r>
              <a:rPr sz="1300">
                <a:solidFill>
                  <a:srgbClr val="CCCCCC"/>
                </a:solidFill>
              </a:rPr>
              <a:t>34% savings = $68/month back per developer -- automatically, with no workflow change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90FF"/>
                </a:solidFill>
              </a:rPr>
              <a:t>. </a:t>
            </a:r>
            <a:r>
              <a:rPr sz="1300">
                <a:solidFill>
                  <a:srgbClr val="CCCCCC"/>
                </a:solidFill>
              </a:rPr>
              <a:t>10-person team saves $816/year. 100-person org saves $8,160/year on day one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90FF"/>
                </a:solidFill>
              </a:rPr>
              <a:t>. </a:t>
            </a:r>
            <a:r>
              <a:rPr sz="1300">
                <a:solidFill>
                  <a:srgbClr val="CCCCCC"/>
                </a:solidFill>
              </a:rPr>
              <a:t>PRECC Pro at $20/seat/month: ROI is 3.4x on Claude Code costs alone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E90FF"/>
                </a:solidFill>
              </a:rPr>
              <a:t>. </a:t>
            </a:r>
            <a:r>
              <a:rPr sz="1300">
                <a:solidFill>
                  <a:srgbClr val="CCCCCC"/>
                </a:solidFill>
              </a:rPr>
              <a:t>Additional value: developer time saved from watching Claude retry failed commands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743200" cy="5303520"/>
          </a:xfrm>
          <a:prstGeom prst="rect">
            <a:avLst/>
          </a:prstGeom>
          <a:solidFill>
            <a:srgbClr val="12223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88"/>
                </a:solidFill>
              </a:rPr>
              <a:t>Open 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2560320" cy="4754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64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212848"/>
            <a:ext cx="2523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- Core savings + session mining
- Built-in skills (6 patterns)
- precc report + precc savings
- Full CLI: ingest/skills/debug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2743200" cy="530352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90FF"/>
                </a:solidFill>
              </a:rPr>
              <a:t>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27632"/>
            <a:ext cx="2560320" cy="4754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664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$20/seat/mo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212848"/>
            <a:ext cx="2523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- Team heuristics sync
- Shared skills marketplace
- Priority pattern updates
- Usage analytics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2743200" cy="530352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C00"/>
                </a:solidFill>
              </a:rPr>
              <a:t>Enterprise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27632"/>
            <a:ext cx="2560320" cy="4754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664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Custom pricing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212848"/>
            <a:ext cx="2523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- SOC-2 audit log
- SSO / SAML integration
- Private skills registry
- SLA + dedicated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005840"/>
            <a:ext cx="2743200" cy="530352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78"/>
                </a:solidFill>
              </a:rPr>
              <a:t>OEM / Platform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627632"/>
            <a:ext cx="2560320" cy="4754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664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License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212848"/>
            <a:ext cx="2523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- Embed in AI coding products
- White-label integration
- Anthropic / Google / MS bundling
- Revenue share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Get Started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88"/>
                </a:solidFill>
              </a:rPr>
              <a:t>One command to try: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360152" cy="685800"/>
          </a:xfrm>
          <a:prstGeom prst="rect">
            <a:avLst/>
          </a:prstGeom>
          <a:solidFill>
            <a:srgbClr val="0A152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curl -fsSL https://raw.githubusercontent.com/yijunyu/precc-cc/main/scripts/install.sh | bash &amp;&amp; precc init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78"/>
                </a:solidFill>
              </a:rPr>
              <a:t>Try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Install in 30 seconds
Works on your existing sessions
Zero configuration required
Free forever (open core)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743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90FF"/>
                </a:solidFill>
              </a:rPr>
              <a:t>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3375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Run precc report after 5 sessions
See your actual dollar savings
Share the report with your team
Real data, not projections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743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C00"/>
                </a:solidFill>
              </a:rPr>
              <a:t>Contribute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3375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Star on GitHub · Share your skills
Report patterns not yet covered
Join the skills marketplace beta
MIT license -- fully open 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80644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github.com/yijunyu/precc-cc  ·  MIT License  ·  Rust + SQLCipher + RTK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